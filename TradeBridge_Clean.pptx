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TradeBridge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FDBFE"/>
                </a:solidFill>
              </a:defRPr>
            </a:pPr>
            <a:r>
              <a:t>Smart Supply-Demand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College of Electrical Engineering and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FDBFE"/>
                </a:solidFill>
              </a:defRPr>
            </a:pPr>
            <a:r>
              <a:t>Hidaya Nurmeka | Ebisa Gutema | Hana Kebede | Hana Jote | Ilham Mohammedhassen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Advisor: Dr. Ejigu Tefere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914400"/>
            <a:ext cx="1828800" cy="18288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686800" y="731520"/>
            <a:ext cx="548640" cy="548640"/>
          </a:xfrm>
          <a:prstGeom prst="diamond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669280"/>
            <a:ext cx="1828800" cy="18288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01  Problem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02  System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03  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04 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05 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06  User Roles &amp;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07 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08  Benefits &amp;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09  Feasibility &amp;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7772400" y="-1371600"/>
            <a:ext cx="2286000" cy="2286000"/>
          </a:xfrm>
          <a:prstGeom prst="triangl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303520"/>
            <a:ext cx="2011680" cy="201168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6217920"/>
            <a:ext cx="731520" cy="73152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Supply Chain Challenges in Ethiopia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Manual, time-consuming procurement processes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Lack of centralized B2B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Poor demand planning and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Limited supplier visibility and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Inefficient communication between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Stock shortages and delivery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5029200"/>
            <a:ext cx="2286000" cy="228600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132320" y="5943600"/>
            <a:ext cx="640080" cy="640080"/>
          </a:xfrm>
          <a:prstGeom prst="diamond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731520"/>
            <a:ext cx="1097280" cy="10972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Introducing TradeBridge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 comprehensive B2B digital platform connecting retailers, factories, distributors, and delivery personnel to streamline bulk ordering, improve supply chain transparency, and enable data-driven decision-making.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Retailers: Browse, compare, order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Factories: Manage products and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Distributors: Inventory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- Delivery: Track routes and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046720" y="5303520"/>
            <a:ext cx="1828800" cy="1828800"/>
          </a:xfrm>
          <a:prstGeom prst="triangl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772400" y="6217920"/>
            <a:ext cx="457200" cy="45720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C55E"/>
                </a:solidFill>
              </a:defRPr>
            </a:pPr>
            <a:r>
              <a:t>IN SCOPE: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Food and beverage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Micro to large enterprises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Ethiopian market (ETB)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Mobile &amp; Web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Distribution of finished goods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OUT OF SCOPE: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Raw material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International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Large national producers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1645920" cy="164592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5486400"/>
            <a:ext cx="2011680" cy="201168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503920" y="5029200"/>
            <a:ext cx="548640" cy="548640"/>
          </a:xfrm>
          <a:prstGeom prst="diamond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Key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General: Design and develop a digital platform to streamline B2B procurement and enhance supply chain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1. Develop Web &amp; 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2. Implement ML-based Supplier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3. Introduce Demand Forecasting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4. Enable Real-time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5. Provide Centralized Supplier Directory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097280" y="5029200"/>
            <a:ext cx="2011680" cy="201168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5303520"/>
            <a:ext cx="2011680" cy="201168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548640" cy="548640"/>
          </a:xfrm>
          <a:prstGeom prst="diamond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-731520"/>
            <a:ext cx="914400" cy="9144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Platform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For Retailers: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Browse and compare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Place bulk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Track order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Rate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Personalized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For Suppliers: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Manage product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Approve/reject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Broadcast announcements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View demand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914400"/>
            <a:ext cx="1828800" cy="182880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686800" y="731520"/>
            <a:ext cx="548640" cy="54864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669280"/>
            <a:ext cx="1828800" cy="18288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Smart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Supplier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Ranks suppliers based on price, distance, performance using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Demand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Predicts future demand using historical data and seasonality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Real-time GPS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Track deliveries in real-time with location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Chapa Payment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Secure payment processing integrated with local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Auto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Automated alerts for orders, deliveries, and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In-App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Direct communication between retailers and suppliers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7772400" y="-1371600"/>
            <a:ext cx="2286000" cy="2286000"/>
          </a:xfrm>
          <a:prstGeom prst="triangl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303520"/>
            <a:ext cx="2011680" cy="201168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6217920"/>
            <a:ext cx="731520" cy="73152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Three-Tier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Mobile App | Web Application |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Node.js + Express | Auth | Business Logic | ML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114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MySQL | User Data | Products &amp; Orders |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5029200"/>
            <a:ext cx="2286000" cy="228600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132320" y="5943600"/>
            <a:ext cx="640080" cy="640080"/>
          </a:xfrm>
          <a:prstGeom prst="diamond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731520"/>
            <a:ext cx="1097280" cy="109728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Frontend: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React.js with TypeScript, Tailwind CSS, Zustand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Backend: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Node.js with Express, JWT Auth, RESTful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Database: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108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MySQL with Sequelize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ML: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319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Python, Scikit-learn, Pandas, 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Payment: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7548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Chapa Payment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046720" y="5303520"/>
            <a:ext cx="1828800" cy="1828800"/>
          </a:xfrm>
          <a:prstGeom prst="triangl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772400" y="6217920"/>
            <a:ext cx="457200" cy="457200"/>
          </a:xfrm>
          <a:prstGeom prst="diamond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User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Retailer: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Browse, order, track, rate 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Factory: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Manage products, orders, view demand forecasts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Distributor: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Handle inventory, manage fulfillment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Driver: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93192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View assignments, update delivery status, navigate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Admin: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Manage users, suppliers, system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1645920" cy="164592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5486400"/>
            <a:ext cx="2011680" cy="201168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503920" y="5029200"/>
            <a:ext cx="548640" cy="548640"/>
          </a:xfrm>
          <a:prstGeom prst="diamond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Database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Users: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Retailers, suppliers, drivers, admins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Products: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Name, price, stock, MOQ,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Orders: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Status, items, tracking,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Messages: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7947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In-app chat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Ratings: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572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Supplier performance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Payments: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492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Transactions, methods,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097280" y="5029200"/>
            <a:ext cx="2011680" cy="201168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5303520"/>
            <a:ext cx="2011680" cy="201168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548640" cy="548640"/>
          </a:xfrm>
          <a:prstGeom prst="diamond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-731520"/>
            <a:ext cx="914400" cy="9144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ML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1. Collect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Price, delivery times, ratings, location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2. Train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Random Forest Classifier for supplier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3. Score &amp;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Rank suppliers per retailer based on 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4. Adapt &amp;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Continuous learning from user 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Features: Price competitiveness, Delivery rate, Quality ratings, Fulfillment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914400"/>
            <a:ext cx="1828800" cy="18288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686800" y="731520"/>
            <a:ext cx="548640" cy="54864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669280"/>
            <a:ext cx="1828800" cy="18288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For Retailers: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Faster procurement, better price comparison, improved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For Suppliers: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Expanded reach, direct connections, reduced manual work, demand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For Industry: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Digital transformation, reduced inefficiency, increased transparency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7772400" y="-1371600"/>
            <a:ext cx="2286000" cy="2286000"/>
          </a:xfrm>
          <a:prstGeom prst="triangl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30352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6217920"/>
            <a:ext cx="731520" cy="73152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Project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Technical: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Proven technologies, team has skills, no special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Operational: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User-friendly design, supports business practices, mobile-first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Economic: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Low cost (~9,500 ETB), open-source tech, transaction fee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5029200"/>
            <a:ext cx="2286000" cy="228600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132320" y="5943600"/>
            <a:ext cx="640080" cy="640080"/>
          </a:xfrm>
          <a:prstGeom prst="diamond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731520"/>
            <a:ext cx="1097280" cy="10972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Development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Planning: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Analysis: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48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3-8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8-12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Implementation: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13-15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Testing: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15-16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Documentation: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92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Week 17-18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Total: ~18 weeks (2 semesters)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046720" y="5303520"/>
            <a:ext cx="1828800" cy="1828800"/>
          </a:xfrm>
          <a:prstGeom prst="triangl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772400" y="6217920"/>
            <a:ext cx="457200" cy="45720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Challenges: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Limited initial ML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Internet connectivity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Digital adoption resistance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Third-party payment reliance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Mitigation Strategies: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Hybrid ML approach (rule-based + data-driven)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Offline capabilities for critical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- Comprehensive user onboarding and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1645920" cy="164592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548640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503920" y="5029200"/>
            <a:ext cx="548640" cy="548640"/>
          </a:xfrm>
          <a:prstGeom prst="diamond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Additional product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AI-powered chatbot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iOS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Multi-language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Advanced analytics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ERP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Logistics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- Blockchain transparency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FDBFE"/>
                </a:solidFill>
              </a:defRPr>
            </a:pPr>
            <a:r>
              <a:t>TradeBridge Delivers: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- Centralized B2B marketplace for Ethiopian wholesale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- Smart supplier recommendations &amp;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- Real-time tracking &amp; secure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- Improved efficiency across the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Prototype Completed - Ready for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Advisor: Dr. Ejigu Tefere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Hidaya Nurmeka | Ebisa Gutema | Hana Kebede | Hana Jote | Ilham Mohammedhassen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