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3B82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TradeBridge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Smart Supply–Demand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College of Electrical Engineering and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Hidaya Nurmeka • Ebisa Gutema • Hana Kebede • Hana Jote • Ilham Mohammedhassen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Problem Overview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System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Key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System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Technology Stack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645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Implementation Highlights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246888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Machine Learning Integration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329184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Benefits &amp; Impact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41148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114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Demo/Prototype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493776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2743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Current Supply Chain Challenges in Ethiopia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Manual, time-consuming procurement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Lack of centralized B2B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Poor demand planning and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Limited supplier visibility and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Inefficient communication between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292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Stock shortages and delivery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9FAF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Introducing TradeBridge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F2937"/>
                </a:solidFill>
              </a:defRPr>
            </a:pPr>
            <a:r>
              <a:t>A comprehensive B2B digital platform that connects retailers, factories, distributors, and delivery personnel to streamline bulk ordering, improve supply chain transparency, and enable data-driven decision-making in the Ethiopian wholesale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657600"/>
            <a:ext cx="13716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Retailers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657600"/>
            <a:ext cx="13716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Factories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657600"/>
            <a:ext cx="13716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Distributors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57600"/>
            <a:ext cx="13716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8404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Delivery</a:t>
            </a:r>
          </a:p>
          <a:p>
            <a:r>
              <a:t>Personnel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Scope &amp; Focus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657600" cy="3657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✅ 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Food and beverage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Micro to large enterprises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Ethiopian market (ETB)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Mobile &amp; Web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Distribution of finished goods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645920"/>
            <a:ext cx="3657600" cy="3657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❌ 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Raw material 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International 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6576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Very large national producers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General Objective: Design and develop a digital platform to streamline B2B procurement and enhance supply chain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Develop Web &amp; Mobile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20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Implement ML-based Supplier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2976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Introduce Demand Forecasting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0749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Enable Real-time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852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Provide Centralized Supplier Directory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9FAFB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Three-Tier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640080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373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Mobile App (Android) • Web Application • User Interface Components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3108960"/>
            <a:ext cx="914400" cy="548640"/>
          </a:xfrm>
          <a:prstGeom prst="down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64008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74904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0624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Authentication &amp; Authorization • Business Logic • API Services • ML Model Integration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5120640"/>
            <a:ext cx="914400" cy="548640"/>
          </a:xfrm>
          <a:prstGeom prst="down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5669280"/>
            <a:ext cx="640080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76072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62179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User Data • Products &amp; Orders • Analytics &amp;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⚛️ React.js with TypeScript • 🎨 Tailwind CSS • 📊 Zustand (State Management)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06040"/>
            <a:ext cx="73152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🟢 Node.js with Express • 🔐 JWT Authentication • 📡 RESTful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73152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4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🗄️ MySQL with Sequelize 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26280"/>
            <a:ext cx="731520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🐍 Python • 📚 Scikit-learn, Pandas, NumPy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7315200" cy="8229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978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💰 Chapa Payment Gateway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Intelligent Supplier Ranking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82880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Collects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Price, delivery time, ratings, location, order history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2377440"/>
            <a:ext cx="18288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18288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65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Trains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Random Forest Classifier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377440"/>
            <a:ext cx="18288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182880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Generates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Ranks suppliers for each retailer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12280" y="2377440"/>
            <a:ext cx="18288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1828800"/>
            <a:ext cx="1828800" cy="1371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965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Personalizes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Based on retailer's past preferences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0"/>
            <a:ext cx="7315200" cy="210312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Features Used for Ranking: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✓ Price competitiveness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✓ On-time delivery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292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✓ Quality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49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✓ Fulfillment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692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✓ Communication responsiveness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9FAFB"/>
            </a:gs>
            <a:gs pos="100000">
              <a:srgbClr val="FFFF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Expected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Retailers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⚡ Faster procurement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💰 Better price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📊 Improved supplier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🎯 Personalized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📈 Expanded market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🤝 Direct buyer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📉 Reduced manual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📊 Access to demand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7432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 the Industry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🌐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📉 Reduced inefficiencies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🔍 Increased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📈 Data-driven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563EB"/>
            </a:gs>
            <a:gs pos="100000">
              <a:srgbClr val="3B82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01168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TradeBridge delivers: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✅ Centralized B2B marketplace for Ethiopian wholesale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✅ Smart supplier recommendations &amp; demand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✅ Real-time tracking &amp; secure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✅ Improved efficiency across the supply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389120"/>
            <a:ext cx="5486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Status: Prototype completed, ready for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B981"/>
            </a:gs>
            <a:gs pos="100000">
              <a:srgbClr val="059669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Advisor: Dr. Ejigu Tefere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Adama Science and Technology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